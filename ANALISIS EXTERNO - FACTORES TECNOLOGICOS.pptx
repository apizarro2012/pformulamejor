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9873" autoAdjust="0"/>
  </p:normalViewPr>
  <p:slideViewPr>
    <p:cSldViewPr snapToGrid="0">
      <p:cViewPr varScale="1">
        <p:scale>
          <a:sx n="52" d="100"/>
          <a:sy n="52" d="100"/>
        </p:scale>
        <p:origin x="72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9-25T03:55:26.4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9-25T03:55:27.22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9-25T03:55:32.8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03867-D006-4207-B39B-3A985B27AC3F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9B0FE-1750-4648-8C93-771D6BB61A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2671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83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1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847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222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631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72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764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580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083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828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7DCCCC-01E4-4670-B48C-EC2992990DFA}" type="datetimeFigureOut">
              <a:rPr lang="es-PE" smtClean="0"/>
              <a:t>25/09/2019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006C81-41AA-41C2-B55B-377CFB5F9D1C}" type="slidenum">
              <a:rPr lang="es-PE" smtClean="0"/>
              <a:t>‹Nº›</a:t>
            </a:fld>
            <a:endParaRPr lang="es-P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35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pf.com/EnergiaYPF/Paginas/que-es-shale.html" TargetMode="External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pf.com/EnergiaYPF/Paginas/que-es-shale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tradebeindustrialservices.com/es/srs-sistema-de-reduccion-de-solidos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1A32ACF-A0E9-476F-AD11-3A62B727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/>
              <a:t>TECNOLOGIA EN LA INDUSTRIA DE HIDROCARBUROS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32DB01CF-81B0-4605-BFB3-AD9857976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PE" dirty="0"/>
              <a:t>USA como potencia global en innovación tecnológica.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F23527C3-8AB1-44F0-A1E7-D13DD0B38B57}"/>
                  </a:ext>
                </a:extLst>
              </p14:cNvPr>
              <p14:cNvContentPartPr/>
              <p14:nvPr/>
            </p14:nvContentPartPr>
            <p14:xfrm>
              <a:off x="11802185" y="2573889"/>
              <a:ext cx="360" cy="36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F23527C3-8AB1-44F0-A1E7-D13DD0B38B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93185" y="25648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FF26B203-5222-42C2-9405-ADC272D40616}"/>
                  </a:ext>
                </a:extLst>
              </p14:cNvPr>
              <p14:cNvContentPartPr/>
              <p14:nvPr/>
            </p14:nvContentPartPr>
            <p14:xfrm>
              <a:off x="11774465" y="2180049"/>
              <a:ext cx="360" cy="36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FF26B203-5222-42C2-9405-ADC272D406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65825" y="217104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9AB6F46E-4C69-405A-A65E-CBEC5AEA1EBD}"/>
                  </a:ext>
                </a:extLst>
              </p14:cNvPr>
              <p14:cNvContentPartPr/>
              <p14:nvPr/>
            </p14:nvContentPartPr>
            <p14:xfrm>
              <a:off x="11647385" y="3319449"/>
              <a:ext cx="360" cy="36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9AB6F46E-4C69-405A-A65E-CBEC5AEA1E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38745" y="331044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ángulo 30">
            <a:extLst>
              <a:ext uri="{FF2B5EF4-FFF2-40B4-BE49-F238E27FC236}">
                <a16:creationId xmlns:a16="http://schemas.microsoft.com/office/drawing/2014/main" id="{6851566F-E93D-4C80-AA6E-C9B5BABD29A1}"/>
              </a:ext>
            </a:extLst>
          </p:cNvPr>
          <p:cNvSpPr/>
          <p:nvPr/>
        </p:nvSpPr>
        <p:spPr>
          <a:xfrm>
            <a:off x="4316124" y="5954145"/>
            <a:ext cx="6096000" cy="6135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300" i="1" dirty="0">
                <a:solidFill>
                  <a:srgbClr val="555555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Fuente: YPF: </a:t>
            </a:r>
            <a:r>
              <a:rPr lang="es-PE" sz="1300" i="1" dirty="0" err="1">
                <a:solidFill>
                  <a:srgbClr val="555555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Recuersos</a:t>
            </a:r>
            <a:r>
              <a:rPr lang="es-PE" sz="1300" i="1" dirty="0">
                <a:solidFill>
                  <a:srgbClr val="555555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No Convencionales - </a:t>
            </a:r>
            <a:r>
              <a:rPr lang="es-PE" sz="1300" i="1" dirty="0" err="1">
                <a:solidFill>
                  <a:srgbClr val="555555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Shale</a:t>
            </a:r>
            <a:endParaRPr lang="es-PE" sz="1300" i="1" dirty="0">
              <a:solidFill>
                <a:srgbClr val="555555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300" dirty="0">
                <a:hlinkClick r:id="rId8"/>
              </a:rPr>
              <a:t>https://www.ypf.com/EnergiaYPF/Paginas/que-es-shale.html</a:t>
            </a:r>
            <a:endParaRPr lang="es-PE" sz="1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72220B-B85D-4ACC-9542-858DAF299C1D}"/>
              </a:ext>
            </a:extLst>
          </p:cNvPr>
          <p:cNvSpPr txBox="1"/>
          <p:nvPr/>
        </p:nvSpPr>
        <p:spPr>
          <a:xfrm>
            <a:off x="7694789" y="594359"/>
            <a:ext cx="3869468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1600" b="1" dirty="0" err="1"/>
              <a:t>Shale</a:t>
            </a:r>
            <a:r>
              <a:rPr lang="es-PE" sz="1600" b="1" dirty="0"/>
              <a:t> </a:t>
            </a:r>
            <a:r>
              <a:rPr lang="es-PE" sz="1600" dirty="0"/>
              <a:t>como recurso no convencional debido a no tiene la suficiente permeabilidad para que el petróleo y el gas puedan ser extraídos con los métodos convencionales.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69D85A-967A-4626-B240-220C7B090E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8435" y="2037544"/>
            <a:ext cx="68389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4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5D2B19D-8500-4CAC-9D74-7A3700A3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Globalmente</a:t>
            </a: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46D8782-CD03-44F5-9F2B-6DA47D032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819018"/>
            <a:ext cx="7315200" cy="242887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775544D-4540-4CA0-8F6F-A360D5DAD897}"/>
              </a:ext>
            </a:extLst>
          </p:cNvPr>
          <p:cNvSpPr txBox="1"/>
          <p:nvPr/>
        </p:nvSpPr>
        <p:spPr>
          <a:xfrm>
            <a:off x="1270659" y="4392042"/>
            <a:ext cx="9885021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PE" dirty="0"/>
              <a:t>Desde comienzo de los 70, el gobierno de EE.UU. asociado con  operadores privados desarrolló la tecnología que permita la producción comercial de gas de formaciones de </a:t>
            </a:r>
            <a:r>
              <a:rPr lang="es-PE" dirty="0" err="1"/>
              <a:t>shale</a:t>
            </a:r>
            <a:r>
              <a:rPr lang="es-PE" dirty="0"/>
              <a:t>. </a:t>
            </a:r>
          </a:p>
          <a:p>
            <a:pPr marL="285750" indent="-285750">
              <a:buFontTx/>
              <a:buChar char="-"/>
            </a:pPr>
            <a:r>
              <a:rPr lang="es-PE" dirty="0"/>
              <a:t>El </a:t>
            </a:r>
            <a:r>
              <a:rPr lang="es-PE" dirty="0" err="1"/>
              <a:t>shale</a:t>
            </a:r>
            <a:r>
              <a:rPr lang="es-PE" dirty="0"/>
              <a:t>, producirá un gran cambio en la Argentina, ya que cuenta con enormes recursos luego de China.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086ABF-8DDC-4091-B4AE-156E9CD0CA0C}"/>
              </a:ext>
            </a:extLst>
          </p:cNvPr>
          <p:cNvSpPr/>
          <p:nvPr/>
        </p:nvSpPr>
        <p:spPr>
          <a:xfrm>
            <a:off x="126025" y="2465958"/>
            <a:ext cx="9010836" cy="613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PE" sz="1300" i="1" dirty="0">
              <a:solidFill>
                <a:srgbClr val="555555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PE" sz="1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B3EF31D-F151-40A6-8D70-034D4B3BE21C}"/>
              </a:ext>
            </a:extLst>
          </p:cNvPr>
          <p:cNvSpPr/>
          <p:nvPr/>
        </p:nvSpPr>
        <p:spPr>
          <a:xfrm>
            <a:off x="648539" y="6347867"/>
            <a:ext cx="6096000" cy="47884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b="1" i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PE" sz="1200" i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YPF: </a:t>
            </a:r>
            <a:r>
              <a:rPr lang="es-PE" sz="1200" i="1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Recuersos</a:t>
            </a:r>
            <a:r>
              <a:rPr lang="es-PE" sz="1200" i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No Convencionales </a:t>
            </a:r>
            <a:r>
              <a:rPr lang="es-PE" sz="1200" i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–</a:t>
            </a:r>
            <a:r>
              <a:rPr lang="es-PE" sz="1200" i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i="1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Shale</a:t>
            </a:r>
            <a:r>
              <a:rPr lang="es-PE" sz="1200" dirty="0">
                <a:solidFill>
                  <a:schemeClr val="bg1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>
                <a:hlinkClick r:id="rId3"/>
              </a:rPr>
              <a:t>https://www.ypf.com/EnergiaYPF/Paginas/que-es-shale.html</a:t>
            </a:r>
            <a:endParaRPr lang="es-P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512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2B22B5-B91D-4DE6-B37D-655869DD1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342904" cy="3379124"/>
          </a:xfrm>
        </p:spPr>
        <p:txBody>
          <a:bodyPr/>
          <a:lstStyle/>
          <a:p>
            <a:r>
              <a:rPr lang="es-PE" dirty="0"/>
              <a:t>Gestión de Residuos Industriales operador por e TRADEBE en los países: España, Reino Unido, EE.UU, Francia.</a:t>
            </a:r>
            <a:endParaRPr lang="es-419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32D5CD-4FE4-47CD-B5CA-54F663E749BD}"/>
              </a:ext>
            </a:extLst>
          </p:cNvPr>
          <p:cNvSpPr/>
          <p:nvPr/>
        </p:nvSpPr>
        <p:spPr>
          <a:xfrm>
            <a:off x="4234001" y="6039150"/>
            <a:ext cx="6096000" cy="5814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i="1" dirty="0">
                <a:solidFill>
                  <a:srgbClr val="555555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FUENTE: TRADEBE,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dirty="0">
                <a:hlinkClick r:id="rId2"/>
              </a:rPr>
              <a:t>https://www.tradebeindustrialservices.com/es/srs-sistema-de-reduccion-de-solidos</a:t>
            </a:r>
            <a:endParaRPr lang="es-P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AF89B3D-DF3D-4A9D-8934-C89DEFBA40C5}"/>
              </a:ext>
            </a:extLst>
          </p:cNvPr>
          <p:cNvSpPr txBox="1"/>
          <p:nvPr/>
        </p:nvSpPr>
        <p:spPr>
          <a:xfrm>
            <a:off x="5890012" y="255101"/>
            <a:ext cx="6034792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PE" sz="1600" b="1" dirty="0"/>
              <a:t>Sistema de reducción de sólidos (SRS): </a:t>
            </a:r>
          </a:p>
          <a:p>
            <a:r>
              <a:rPr lang="es-PE" sz="1600" dirty="0"/>
              <a:t>Sistema que extrae el material residual de los tanques  de una manera mas eficiente, segura  y menores costos.</a:t>
            </a:r>
          </a:p>
        </p:txBody>
      </p:sp>
      <p:sp>
        <p:nvSpPr>
          <p:cNvPr id="10" name="Título 5">
            <a:extLst>
              <a:ext uri="{FF2B5EF4-FFF2-40B4-BE49-F238E27FC236}">
                <a16:creationId xmlns:a16="http://schemas.microsoft.com/office/drawing/2014/main" id="{BBEF0799-5E0F-4B23-8D91-E46787884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 fontScale="90000"/>
          </a:bodyPr>
          <a:lstStyle/>
          <a:p>
            <a:r>
              <a:rPr lang="es-419" dirty="0"/>
              <a:t>TECNOLOGIA EN MANTENIMIENTO DE TANQUES DE HIDROCARBUROS</a:t>
            </a:r>
            <a:endParaRPr lang="es-PE" dirty="0"/>
          </a:p>
        </p:txBody>
      </p:sp>
      <p:pic>
        <p:nvPicPr>
          <p:cNvPr id="2050" name="Picture 2" descr="https://www.tradebeindustrialservices.com/sites/default/files/styles/about_main_image_mobile/public/basic_pages_images/srs.png?itok=HCP8d45t&amp;timestamp=1458730875">
            <a:extLst>
              <a:ext uri="{FF2B5EF4-FFF2-40B4-BE49-F238E27FC236}">
                <a16:creationId xmlns:a16="http://schemas.microsoft.com/office/drawing/2014/main" id="{97860CB5-39B5-46CC-991B-FDB75390A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273" y="1547897"/>
            <a:ext cx="55626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367F068-2C07-4E1B-A546-B8483F3E3BDA}"/>
              </a:ext>
            </a:extLst>
          </p:cNvPr>
          <p:cNvSpPr txBox="1"/>
          <p:nvPr/>
        </p:nvSpPr>
        <p:spPr>
          <a:xfrm>
            <a:off x="4640025" y="4351814"/>
            <a:ext cx="7094776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 sz="1600" dirty="0"/>
              <a:t>Proceso de limpieza simplificado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 sz="1600" dirty="0"/>
              <a:t>Reducción de costos en diluyentes.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 sz="1600" dirty="0"/>
              <a:t>Extraer de desechos del tanque en minutos.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 sz="1600" dirty="0"/>
              <a:t>Se puede procesar hasta 200 toneladas de lodos al día.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 sz="1600" dirty="0"/>
              <a:t>Mayor protección ante fugas.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 sz="1600" dirty="0"/>
              <a:t>Seguridad para el personal ya que no se requiere que ingresen a los tanques.</a:t>
            </a:r>
          </a:p>
        </p:txBody>
      </p:sp>
    </p:spTree>
    <p:extLst>
      <p:ext uri="{BB962C8B-B14F-4D97-AF65-F5344CB8AC3E}">
        <p14:creationId xmlns:p14="http://schemas.microsoft.com/office/powerpoint/2010/main" val="235491776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439</TotalTime>
  <Words>254</Words>
  <Application>Microsoft Office PowerPoint</Application>
  <PresentationFormat>Panorámica</PresentationFormat>
  <Paragraphs>21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Verdana</vt:lpstr>
      <vt:lpstr>Retrospección</vt:lpstr>
      <vt:lpstr>TECNOLOGIA EN LA INDUSTRIA DE HIDROCARBUROS</vt:lpstr>
      <vt:lpstr>Globalmente</vt:lpstr>
      <vt:lpstr>TECNOLOGIA EN MANTENIMIENTO DE TANQUES DE HIDROCARBUROS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Globalmente</dc:title>
  <dc:creator>FABRI-06</dc:creator>
  <cp:lastModifiedBy>Pizarro Ramirez Marco Antonio</cp:lastModifiedBy>
  <cp:revision>28</cp:revision>
  <dcterms:created xsi:type="dcterms:W3CDTF">2019-09-25T03:18:01Z</dcterms:created>
  <dcterms:modified xsi:type="dcterms:W3CDTF">2019-09-25T22:02:47Z</dcterms:modified>
</cp:coreProperties>
</file>