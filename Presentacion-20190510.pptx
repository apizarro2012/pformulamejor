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45FD9-164A-471F-A9C4-36EA04DDD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EE23AF-3974-42BE-92F9-429EC12FA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A3BC5D-D19B-4508-ADC3-416AC7641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1D7C6F-9731-4F0E-8294-D7A70FBF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64653-472C-4399-8863-7E9523DA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096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7A0D8-7F19-493C-A826-3630548C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1B624F-1DBE-4E39-9F46-01F50CA20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462A57-6F70-4BE3-B829-F6BE528C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95A987-8196-483F-A295-468E28F7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67D05E-B84E-4C02-AB28-4864C438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088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7C6F0-983B-4650-9B23-BFB96CFE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50ABF9-431D-41D0-BC40-AAB6C386B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9E0E3-57BD-4FA6-8B28-84A5CE88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AE3CD8-3018-4B68-B715-DF0CB9748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926BFD-37CB-4885-A38E-9F9F3014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005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A0ABD-0F18-4452-9857-94FFEE5D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9764A9-50E7-48B2-9259-970E5766C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366840-8CA5-4A32-888B-8AA55C00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855497-B865-4EBC-A749-73B85136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756C99-C1AC-4C3C-B10A-F1B0ABA3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4EE702-8B4C-4E1E-9A28-4F657F08C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62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9C2C9-C3C2-4CFF-B615-32CF9CF43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3D6E10-89BB-49DF-9294-3254EC769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CC873F-E262-4B68-8282-58EF9CE6E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669851-263B-4271-82E9-95BE2DE8F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8904F5-4A0B-4E7A-B823-5A33EA2DB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C3D512-ED59-4801-A637-C496B7047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DA28AC9-C75C-434D-A4A1-93E221E3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E54D1C8-0751-4E1D-B666-F077A16E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447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48D56-09BD-4B63-9AC0-A525D3219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153E8C-D274-431B-A658-81FD642B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E6F19D-9CAA-444F-BC8B-B98958B9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5E83AB-4258-4B02-91B2-B308779A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244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6B54A7-8C5D-4485-97E4-9C972AC4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F3F72E-CAED-479B-A579-4DB73AC8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50ABD-A80F-4106-A7ED-BAB85FFA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301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661F2-E162-4BCF-AE2E-8DE2AD3A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3FBE30-DFE5-487B-B15C-DD2B7DE16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1F0B05-7ABA-4A04-A634-7B687B8C4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2327E1-99E9-4964-B8A6-976C9669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076D27-75AD-4FA0-899D-940ED200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3F56BA-6A68-4358-890F-C580E5AD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242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B8B9B-241C-45D4-9FF0-9C933025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36BB63-48EC-4ED4-B49E-470210537C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BD7C85-16E7-451F-B17E-C88201431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74474B-CBB1-4D67-B7E9-30E6C0CB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945110-74D7-405D-BE5C-9409A0BC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EDE9B0-B3D1-4A90-9EDD-5DA8C5AA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4066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DB23B-AD7F-474C-9273-26AC8466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7B0F88-8B18-4421-A759-C9F909C42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261DB2-234F-434F-96E8-E48457A5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3C8BF7-9049-41AB-BF67-AB27ECEA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D2F2E1-6B56-4A9D-83D3-7E4033B9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9404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3ADF4E-B243-4D1C-824D-53284940F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92A7F6-D188-4092-B3B4-D56DEA2C0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162ADE-B551-497D-973B-4A30403B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E871EA-AA0A-4A05-9FB5-E5883C9E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6DA40F-2398-4F68-B27B-A704C2AC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206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3F5672-CABB-48C6-A6DD-2C3E15475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DC5FAF-382D-430E-9342-2E888D81C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E67CBC-4323-41C9-BED7-F8696A0A9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47CC2-F636-499B-A62E-E997EE274F0E}" type="datetimeFigureOut">
              <a:rPr lang="es-PE" smtClean="0"/>
              <a:t>10/05/2019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91AD91-7160-4C59-8BA7-7FA7269DC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2322BC-1668-4B0C-A4D6-BF4C39BB6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02704-0946-4FE6-9B13-E4AFC6047DB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672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0EF1321A-3819-48FF-B215-21F3CC480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05972"/>
            <a:ext cx="9144000" cy="808597"/>
          </a:xfrm>
        </p:spPr>
        <p:txBody>
          <a:bodyPr/>
          <a:lstStyle/>
          <a:p>
            <a:r>
              <a:rPr lang="es-PE" dirty="0"/>
              <a:t>SI DESEAR CAMBIAR LA FORMA EN QUE LAS PERSONAS SE COMPORTAN, PRIMERO DEBE DE CAMBIAR LA MANERA DE PENSAR.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3181CDE4-BC02-4EDD-BC0C-AF964FBB8D71}"/>
              </a:ext>
            </a:extLst>
          </p:cNvPr>
          <p:cNvSpPr txBox="1">
            <a:spLocks/>
          </p:cNvSpPr>
          <p:nvPr/>
        </p:nvSpPr>
        <p:spPr>
          <a:xfrm>
            <a:off x="1524000" y="3700631"/>
            <a:ext cx="5283798" cy="374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PE" sz="1600" dirty="0">
                <a:solidFill>
                  <a:schemeClr val="accent1"/>
                </a:solidFill>
              </a:rPr>
              <a:t>INFLUENCIA POSITIVA, Patterson, K., Grenny, pg. 19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C06CB8-E94B-463F-853E-16C6B45C4E66}"/>
              </a:ext>
            </a:extLst>
          </p:cNvPr>
          <p:cNvSpPr txBox="1"/>
          <p:nvPr/>
        </p:nvSpPr>
        <p:spPr>
          <a:xfrm>
            <a:off x="2076228" y="1721223"/>
            <a:ext cx="119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Influencia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36D664-A0C1-475E-84F1-73881A5C5D96}"/>
              </a:ext>
            </a:extLst>
          </p:cNvPr>
          <p:cNvSpPr txBox="1"/>
          <p:nvPr/>
        </p:nvSpPr>
        <p:spPr>
          <a:xfrm>
            <a:off x="4735159" y="1721223"/>
            <a:ext cx="153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Motivación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BB8095-6DD4-43B2-80EB-C418D53F49C3}"/>
              </a:ext>
            </a:extLst>
          </p:cNvPr>
          <p:cNvSpPr txBox="1"/>
          <p:nvPr/>
        </p:nvSpPr>
        <p:spPr>
          <a:xfrm>
            <a:off x="7781365" y="1721223"/>
            <a:ext cx="153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Liderazgo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0D8F84-FD33-47C6-B90E-DEABC31BA36D}"/>
              </a:ext>
            </a:extLst>
          </p:cNvPr>
          <p:cNvSpPr txBox="1"/>
          <p:nvPr/>
        </p:nvSpPr>
        <p:spPr>
          <a:xfrm>
            <a:off x="2271657" y="4476973"/>
            <a:ext cx="3483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PE" dirty="0"/>
              <a:t>Pregunta 1</a:t>
            </a:r>
          </a:p>
          <a:p>
            <a:pPr marL="342900" indent="-342900">
              <a:buAutoNum type="arabicPeriod"/>
            </a:pPr>
            <a:r>
              <a:rPr lang="es-PE" dirty="0"/>
              <a:t>Pregunta 2</a:t>
            </a:r>
          </a:p>
          <a:p>
            <a:pPr marL="342900" indent="-342900">
              <a:buAutoNum type="arabicPeriod"/>
            </a:pPr>
            <a:r>
              <a:rPr lang="es-PE" dirty="0"/>
              <a:t>Pregunta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5092C22-D10B-4C36-9394-D92E30B68AE9}"/>
              </a:ext>
            </a:extLst>
          </p:cNvPr>
          <p:cNvSpPr txBox="1"/>
          <p:nvPr/>
        </p:nvSpPr>
        <p:spPr>
          <a:xfrm>
            <a:off x="4529866" y="4880348"/>
            <a:ext cx="3483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PE" dirty="0"/>
              <a:t>Pregunta 1</a:t>
            </a:r>
          </a:p>
          <a:p>
            <a:pPr marL="342900" indent="-342900">
              <a:buAutoNum type="arabicPeriod"/>
            </a:pPr>
            <a:r>
              <a:rPr lang="es-PE" dirty="0"/>
              <a:t>Pregunta 2</a:t>
            </a:r>
          </a:p>
          <a:p>
            <a:pPr marL="342900" indent="-342900">
              <a:buAutoNum type="arabicPeriod"/>
            </a:pPr>
            <a:r>
              <a:rPr lang="es-PE" dirty="0"/>
              <a:t>Pregunta 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11E8E8-7075-4AD5-A68C-FAA7FAE9BD38}"/>
              </a:ext>
            </a:extLst>
          </p:cNvPr>
          <p:cNvSpPr txBox="1"/>
          <p:nvPr/>
        </p:nvSpPr>
        <p:spPr>
          <a:xfrm>
            <a:off x="7576072" y="5283723"/>
            <a:ext cx="3483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PE" dirty="0"/>
              <a:t>Pregunta 1</a:t>
            </a:r>
          </a:p>
          <a:p>
            <a:pPr marL="342900" indent="-342900">
              <a:buAutoNum type="arabicPeriod"/>
            </a:pPr>
            <a:r>
              <a:rPr lang="es-PE" dirty="0"/>
              <a:t>Pregunta 2</a:t>
            </a:r>
          </a:p>
          <a:p>
            <a:pPr marL="342900" indent="-342900">
              <a:buAutoNum type="arabicPeriod"/>
            </a:pPr>
            <a:r>
              <a:rPr lang="es-PE" dirty="0"/>
              <a:t>Pregunta 3</a:t>
            </a:r>
          </a:p>
        </p:txBody>
      </p:sp>
    </p:spTree>
    <p:extLst>
      <p:ext uri="{BB962C8B-B14F-4D97-AF65-F5344CB8AC3E}">
        <p14:creationId xmlns:p14="http://schemas.microsoft.com/office/powerpoint/2010/main" val="39037599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54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Pizarro Ramirez Marco Antonio</dc:creator>
  <cp:lastModifiedBy>Pizarro Ramirez Marco Antonio</cp:lastModifiedBy>
  <cp:revision>3</cp:revision>
  <dcterms:created xsi:type="dcterms:W3CDTF">2019-05-10T18:00:22Z</dcterms:created>
  <dcterms:modified xsi:type="dcterms:W3CDTF">2019-05-10T21:57:23Z</dcterms:modified>
</cp:coreProperties>
</file>